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86736-E2EF-466C-983F-C47D8FC316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CE2E6D52-B9BA-4212-AB3E-709AF29EB4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44E77C81-8DD1-4044-8AB0-55C7DFEA859A}"/>
              </a:ext>
            </a:extLst>
          </p:cNvPr>
          <p:cNvSpPr>
            <a:spLocks noGrp="1"/>
          </p:cNvSpPr>
          <p:nvPr>
            <p:ph type="dt" sz="half" idx="10"/>
          </p:nvPr>
        </p:nvSpPr>
        <p:spPr/>
        <p:txBody>
          <a:bodyPr/>
          <a:lstStyle/>
          <a:p>
            <a:fld id="{BAC29A63-C64E-46DA-8F7B-C8F55C4991B9}" type="datetimeFigureOut">
              <a:rPr lang="en-CA" smtClean="0"/>
              <a:t>2022-09-26</a:t>
            </a:fld>
            <a:endParaRPr lang="en-CA"/>
          </a:p>
        </p:txBody>
      </p:sp>
      <p:sp>
        <p:nvSpPr>
          <p:cNvPr id="5" name="Footer Placeholder 4">
            <a:extLst>
              <a:ext uri="{FF2B5EF4-FFF2-40B4-BE49-F238E27FC236}">
                <a16:creationId xmlns:a16="http://schemas.microsoft.com/office/drawing/2014/main" id="{F8809086-D272-45D8-A773-85988DCAAFB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E546D98-E622-4C49-8CF0-23F3793DF2A1}"/>
              </a:ext>
            </a:extLst>
          </p:cNvPr>
          <p:cNvSpPr>
            <a:spLocks noGrp="1"/>
          </p:cNvSpPr>
          <p:nvPr>
            <p:ph type="sldNum" sz="quarter" idx="12"/>
          </p:nvPr>
        </p:nvSpPr>
        <p:spPr/>
        <p:txBody>
          <a:bodyPr/>
          <a:lstStyle/>
          <a:p>
            <a:fld id="{B95FBA34-A8FC-4735-BA9A-19279DEE066E}" type="slidenum">
              <a:rPr lang="en-CA" smtClean="0"/>
              <a:t>‹#›</a:t>
            </a:fld>
            <a:endParaRPr lang="en-CA"/>
          </a:p>
        </p:txBody>
      </p:sp>
    </p:spTree>
    <p:extLst>
      <p:ext uri="{BB962C8B-B14F-4D97-AF65-F5344CB8AC3E}">
        <p14:creationId xmlns:p14="http://schemas.microsoft.com/office/powerpoint/2010/main" val="291066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AD13E-992F-4C68-902E-4DC713D0565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5C78B320-3830-4BDF-8498-0FBF906801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DF31111-140D-4BCD-A9C9-4E00171D0A78}"/>
              </a:ext>
            </a:extLst>
          </p:cNvPr>
          <p:cNvSpPr>
            <a:spLocks noGrp="1"/>
          </p:cNvSpPr>
          <p:nvPr>
            <p:ph type="dt" sz="half" idx="10"/>
          </p:nvPr>
        </p:nvSpPr>
        <p:spPr/>
        <p:txBody>
          <a:bodyPr/>
          <a:lstStyle/>
          <a:p>
            <a:fld id="{BAC29A63-C64E-46DA-8F7B-C8F55C4991B9}" type="datetimeFigureOut">
              <a:rPr lang="en-CA" smtClean="0"/>
              <a:t>2022-09-26</a:t>
            </a:fld>
            <a:endParaRPr lang="en-CA"/>
          </a:p>
        </p:txBody>
      </p:sp>
      <p:sp>
        <p:nvSpPr>
          <p:cNvPr id="5" name="Footer Placeholder 4">
            <a:extLst>
              <a:ext uri="{FF2B5EF4-FFF2-40B4-BE49-F238E27FC236}">
                <a16:creationId xmlns:a16="http://schemas.microsoft.com/office/drawing/2014/main" id="{A0CDC32E-EFFD-43AA-BB97-DD5C8FA0B04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2A6F370-53BB-428D-8FBE-828E02684F90}"/>
              </a:ext>
            </a:extLst>
          </p:cNvPr>
          <p:cNvSpPr>
            <a:spLocks noGrp="1"/>
          </p:cNvSpPr>
          <p:nvPr>
            <p:ph type="sldNum" sz="quarter" idx="12"/>
          </p:nvPr>
        </p:nvSpPr>
        <p:spPr/>
        <p:txBody>
          <a:bodyPr/>
          <a:lstStyle/>
          <a:p>
            <a:fld id="{B95FBA34-A8FC-4735-BA9A-19279DEE066E}" type="slidenum">
              <a:rPr lang="en-CA" smtClean="0"/>
              <a:t>‹#›</a:t>
            </a:fld>
            <a:endParaRPr lang="en-CA"/>
          </a:p>
        </p:txBody>
      </p:sp>
    </p:spTree>
    <p:extLst>
      <p:ext uri="{BB962C8B-B14F-4D97-AF65-F5344CB8AC3E}">
        <p14:creationId xmlns:p14="http://schemas.microsoft.com/office/powerpoint/2010/main" val="2274502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F6619-0BB2-47FA-8DCE-96778E9310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03047775-0860-47CF-969C-ABC306EFCC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961FB3-33BC-4D57-BAB6-07CF32D7A88E}"/>
              </a:ext>
            </a:extLst>
          </p:cNvPr>
          <p:cNvSpPr>
            <a:spLocks noGrp="1"/>
          </p:cNvSpPr>
          <p:nvPr>
            <p:ph type="dt" sz="half" idx="10"/>
          </p:nvPr>
        </p:nvSpPr>
        <p:spPr/>
        <p:txBody>
          <a:bodyPr/>
          <a:lstStyle/>
          <a:p>
            <a:fld id="{BAC29A63-C64E-46DA-8F7B-C8F55C4991B9}" type="datetimeFigureOut">
              <a:rPr lang="en-CA" smtClean="0"/>
              <a:t>2022-09-26</a:t>
            </a:fld>
            <a:endParaRPr lang="en-CA"/>
          </a:p>
        </p:txBody>
      </p:sp>
      <p:sp>
        <p:nvSpPr>
          <p:cNvPr id="5" name="Footer Placeholder 4">
            <a:extLst>
              <a:ext uri="{FF2B5EF4-FFF2-40B4-BE49-F238E27FC236}">
                <a16:creationId xmlns:a16="http://schemas.microsoft.com/office/drawing/2014/main" id="{4448977B-4689-4A2C-8F9A-AFBAD3DF7F5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D092A34-B02F-491D-8C70-4C671FB14ED9}"/>
              </a:ext>
            </a:extLst>
          </p:cNvPr>
          <p:cNvSpPr>
            <a:spLocks noGrp="1"/>
          </p:cNvSpPr>
          <p:nvPr>
            <p:ph type="sldNum" sz="quarter" idx="12"/>
          </p:nvPr>
        </p:nvSpPr>
        <p:spPr/>
        <p:txBody>
          <a:bodyPr/>
          <a:lstStyle/>
          <a:p>
            <a:fld id="{B95FBA34-A8FC-4735-BA9A-19279DEE066E}" type="slidenum">
              <a:rPr lang="en-CA" smtClean="0"/>
              <a:t>‹#›</a:t>
            </a:fld>
            <a:endParaRPr lang="en-CA"/>
          </a:p>
        </p:txBody>
      </p:sp>
    </p:spTree>
    <p:extLst>
      <p:ext uri="{BB962C8B-B14F-4D97-AF65-F5344CB8AC3E}">
        <p14:creationId xmlns:p14="http://schemas.microsoft.com/office/powerpoint/2010/main" val="737390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A7EA3-6E8E-44BF-AEDF-8EABB60887A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BB932CE-4ED4-467A-BDFA-5CDCCFFAC8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CE482BE3-9118-4B30-93B4-07860FF94D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DDF88078-37AD-4649-A9D5-45A60B569B3E}"/>
              </a:ext>
            </a:extLst>
          </p:cNvPr>
          <p:cNvSpPr>
            <a:spLocks noGrp="1"/>
          </p:cNvSpPr>
          <p:nvPr>
            <p:ph type="dt" sz="half" idx="10"/>
          </p:nvPr>
        </p:nvSpPr>
        <p:spPr/>
        <p:txBody>
          <a:bodyPr/>
          <a:lstStyle/>
          <a:p>
            <a:fld id="{BAC29A63-C64E-46DA-8F7B-C8F55C4991B9}" type="datetimeFigureOut">
              <a:rPr lang="en-CA" smtClean="0"/>
              <a:t>2022-09-26</a:t>
            </a:fld>
            <a:endParaRPr lang="en-CA"/>
          </a:p>
        </p:txBody>
      </p:sp>
      <p:sp>
        <p:nvSpPr>
          <p:cNvPr id="6" name="Footer Placeholder 5">
            <a:extLst>
              <a:ext uri="{FF2B5EF4-FFF2-40B4-BE49-F238E27FC236}">
                <a16:creationId xmlns:a16="http://schemas.microsoft.com/office/drawing/2014/main" id="{521EB977-D713-4770-9411-80695B85DDF5}"/>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7F73618-4F3B-4746-BD3E-AAEE19EE2E8F}"/>
              </a:ext>
            </a:extLst>
          </p:cNvPr>
          <p:cNvSpPr>
            <a:spLocks noGrp="1"/>
          </p:cNvSpPr>
          <p:nvPr>
            <p:ph type="sldNum" sz="quarter" idx="12"/>
          </p:nvPr>
        </p:nvSpPr>
        <p:spPr/>
        <p:txBody>
          <a:bodyPr/>
          <a:lstStyle/>
          <a:p>
            <a:fld id="{B95FBA34-A8FC-4735-BA9A-19279DEE066E}" type="slidenum">
              <a:rPr lang="en-CA" smtClean="0"/>
              <a:t>‹#›</a:t>
            </a:fld>
            <a:endParaRPr lang="en-CA"/>
          </a:p>
        </p:txBody>
      </p:sp>
    </p:spTree>
    <p:extLst>
      <p:ext uri="{BB962C8B-B14F-4D97-AF65-F5344CB8AC3E}">
        <p14:creationId xmlns:p14="http://schemas.microsoft.com/office/powerpoint/2010/main" val="3476566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16AC8-1CDA-48E5-A0EF-F639C9C27425}"/>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3428B5FC-CDBC-4347-AC7C-4197809BDC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2D63F1-63D1-457E-9E2B-7555D17388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94DCEAF3-0DBD-44E7-BC41-B4E9B1635A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A96715-CBF0-4426-A0FD-37682406B9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BF98553C-CBEE-47D7-8750-3B54E850FCDB}"/>
              </a:ext>
            </a:extLst>
          </p:cNvPr>
          <p:cNvSpPr>
            <a:spLocks noGrp="1"/>
          </p:cNvSpPr>
          <p:nvPr>
            <p:ph type="dt" sz="half" idx="10"/>
          </p:nvPr>
        </p:nvSpPr>
        <p:spPr/>
        <p:txBody>
          <a:bodyPr/>
          <a:lstStyle/>
          <a:p>
            <a:fld id="{BAC29A63-C64E-46DA-8F7B-C8F55C4991B9}" type="datetimeFigureOut">
              <a:rPr lang="en-CA" smtClean="0"/>
              <a:t>2022-09-26</a:t>
            </a:fld>
            <a:endParaRPr lang="en-CA"/>
          </a:p>
        </p:txBody>
      </p:sp>
      <p:sp>
        <p:nvSpPr>
          <p:cNvPr id="8" name="Footer Placeholder 7">
            <a:extLst>
              <a:ext uri="{FF2B5EF4-FFF2-40B4-BE49-F238E27FC236}">
                <a16:creationId xmlns:a16="http://schemas.microsoft.com/office/drawing/2014/main" id="{07ED9071-0DA4-4D53-9294-2C04C0468EAB}"/>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6191E747-599D-4067-85A8-618CC4BDC96E}"/>
              </a:ext>
            </a:extLst>
          </p:cNvPr>
          <p:cNvSpPr>
            <a:spLocks noGrp="1"/>
          </p:cNvSpPr>
          <p:nvPr>
            <p:ph type="sldNum" sz="quarter" idx="12"/>
          </p:nvPr>
        </p:nvSpPr>
        <p:spPr/>
        <p:txBody>
          <a:bodyPr/>
          <a:lstStyle/>
          <a:p>
            <a:fld id="{B95FBA34-A8FC-4735-BA9A-19279DEE066E}" type="slidenum">
              <a:rPr lang="en-CA" smtClean="0"/>
              <a:t>‹#›</a:t>
            </a:fld>
            <a:endParaRPr lang="en-CA"/>
          </a:p>
        </p:txBody>
      </p:sp>
    </p:spTree>
    <p:extLst>
      <p:ext uri="{BB962C8B-B14F-4D97-AF65-F5344CB8AC3E}">
        <p14:creationId xmlns:p14="http://schemas.microsoft.com/office/powerpoint/2010/main" val="3556919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9BF6F-241B-4B7A-A28A-3722C6E97522}"/>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D27D51F6-046D-484E-B646-115323B0BB28}"/>
              </a:ext>
            </a:extLst>
          </p:cNvPr>
          <p:cNvSpPr>
            <a:spLocks noGrp="1"/>
          </p:cNvSpPr>
          <p:nvPr>
            <p:ph type="dt" sz="half" idx="10"/>
          </p:nvPr>
        </p:nvSpPr>
        <p:spPr/>
        <p:txBody>
          <a:bodyPr/>
          <a:lstStyle/>
          <a:p>
            <a:fld id="{BAC29A63-C64E-46DA-8F7B-C8F55C4991B9}" type="datetimeFigureOut">
              <a:rPr lang="en-CA" smtClean="0"/>
              <a:t>2022-09-26</a:t>
            </a:fld>
            <a:endParaRPr lang="en-CA"/>
          </a:p>
        </p:txBody>
      </p:sp>
      <p:sp>
        <p:nvSpPr>
          <p:cNvPr id="4" name="Footer Placeholder 3">
            <a:extLst>
              <a:ext uri="{FF2B5EF4-FFF2-40B4-BE49-F238E27FC236}">
                <a16:creationId xmlns:a16="http://schemas.microsoft.com/office/drawing/2014/main" id="{77D1B43E-4AA7-48EA-83EB-B223AD782AEE}"/>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EC2F732B-65BA-45A3-A83A-08F78E1FFDFA}"/>
              </a:ext>
            </a:extLst>
          </p:cNvPr>
          <p:cNvSpPr>
            <a:spLocks noGrp="1"/>
          </p:cNvSpPr>
          <p:nvPr>
            <p:ph type="sldNum" sz="quarter" idx="12"/>
          </p:nvPr>
        </p:nvSpPr>
        <p:spPr/>
        <p:txBody>
          <a:bodyPr/>
          <a:lstStyle/>
          <a:p>
            <a:fld id="{B95FBA34-A8FC-4735-BA9A-19279DEE066E}" type="slidenum">
              <a:rPr lang="en-CA" smtClean="0"/>
              <a:t>‹#›</a:t>
            </a:fld>
            <a:endParaRPr lang="en-CA"/>
          </a:p>
        </p:txBody>
      </p:sp>
    </p:spTree>
    <p:extLst>
      <p:ext uri="{BB962C8B-B14F-4D97-AF65-F5344CB8AC3E}">
        <p14:creationId xmlns:p14="http://schemas.microsoft.com/office/powerpoint/2010/main" val="1973486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4437D3-67E5-4551-B7C7-5FFC28BF140E}"/>
              </a:ext>
            </a:extLst>
          </p:cNvPr>
          <p:cNvSpPr>
            <a:spLocks noGrp="1"/>
          </p:cNvSpPr>
          <p:nvPr>
            <p:ph type="dt" sz="half" idx="10"/>
          </p:nvPr>
        </p:nvSpPr>
        <p:spPr/>
        <p:txBody>
          <a:bodyPr/>
          <a:lstStyle/>
          <a:p>
            <a:fld id="{BAC29A63-C64E-46DA-8F7B-C8F55C4991B9}" type="datetimeFigureOut">
              <a:rPr lang="en-CA" smtClean="0"/>
              <a:t>2022-09-26</a:t>
            </a:fld>
            <a:endParaRPr lang="en-CA"/>
          </a:p>
        </p:txBody>
      </p:sp>
      <p:sp>
        <p:nvSpPr>
          <p:cNvPr id="3" name="Footer Placeholder 2">
            <a:extLst>
              <a:ext uri="{FF2B5EF4-FFF2-40B4-BE49-F238E27FC236}">
                <a16:creationId xmlns:a16="http://schemas.microsoft.com/office/drawing/2014/main" id="{C70D4AB4-1319-4E04-8345-34C1313F8BC8}"/>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BDBB667C-9629-468A-8BDA-6591FB9B610D}"/>
              </a:ext>
            </a:extLst>
          </p:cNvPr>
          <p:cNvSpPr>
            <a:spLocks noGrp="1"/>
          </p:cNvSpPr>
          <p:nvPr>
            <p:ph type="sldNum" sz="quarter" idx="12"/>
          </p:nvPr>
        </p:nvSpPr>
        <p:spPr/>
        <p:txBody>
          <a:bodyPr/>
          <a:lstStyle/>
          <a:p>
            <a:fld id="{B95FBA34-A8FC-4735-BA9A-19279DEE066E}" type="slidenum">
              <a:rPr lang="en-CA" smtClean="0"/>
              <a:t>‹#›</a:t>
            </a:fld>
            <a:endParaRPr lang="en-CA"/>
          </a:p>
        </p:txBody>
      </p:sp>
    </p:spTree>
    <p:extLst>
      <p:ext uri="{BB962C8B-B14F-4D97-AF65-F5344CB8AC3E}">
        <p14:creationId xmlns:p14="http://schemas.microsoft.com/office/powerpoint/2010/main" val="588214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0417C-9BAC-4A7B-BB27-F7A403590E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5AD94D5D-90CA-4E52-8082-7636D483F4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E676846B-CFAB-4A52-808D-E008530385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F9C364-0012-4355-8F58-500E32245495}"/>
              </a:ext>
            </a:extLst>
          </p:cNvPr>
          <p:cNvSpPr>
            <a:spLocks noGrp="1"/>
          </p:cNvSpPr>
          <p:nvPr>
            <p:ph type="dt" sz="half" idx="10"/>
          </p:nvPr>
        </p:nvSpPr>
        <p:spPr/>
        <p:txBody>
          <a:bodyPr/>
          <a:lstStyle/>
          <a:p>
            <a:fld id="{BAC29A63-C64E-46DA-8F7B-C8F55C4991B9}" type="datetimeFigureOut">
              <a:rPr lang="en-CA" smtClean="0"/>
              <a:t>2022-09-26</a:t>
            </a:fld>
            <a:endParaRPr lang="en-CA"/>
          </a:p>
        </p:txBody>
      </p:sp>
      <p:sp>
        <p:nvSpPr>
          <p:cNvPr id="6" name="Footer Placeholder 5">
            <a:extLst>
              <a:ext uri="{FF2B5EF4-FFF2-40B4-BE49-F238E27FC236}">
                <a16:creationId xmlns:a16="http://schemas.microsoft.com/office/drawing/2014/main" id="{4DD0CB7A-CC59-4161-8441-4AF33B2C694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E7A29106-B1CC-4E9D-96E5-29E4902BC7E4}"/>
              </a:ext>
            </a:extLst>
          </p:cNvPr>
          <p:cNvSpPr>
            <a:spLocks noGrp="1"/>
          </p:cNvSpPr>
          <p:nvPr>
            <p:ph type="sldNum" sz="quarter" idx="12"/>
          </p:nvPr>
        </p:nvSpPr>
        <p:spPr/>
        <p:txBody>
          <a:bodyPr/>
          <a:lstStyle/>
          <a:p>
            <a:fld id="{B95FBA34-A8FC-4735-BA9A-19279DEE066E}" type="slidenum">
              <a:rPr lang="en-CA" smtClean="0"/>
              <a:t>‹#›</a:t>
            </a:fld>
            <a:endParaRPr lang="en-CA"/>
          </a:p>
        </p:txBody>
      </p:sp>
    </p:spTree>
    <p:extLst>
      <p:ext uri="{BB962C8B-B14F-4D97-AF65-F5344CB8AC3E}">
        <p14:creationId xmlns:p14="http://schemas.microsoft.com/office/powerpoint/2010/main" val="2127613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FB6E2-EFA1-4720-AC90-6C526F90AA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E8226BFD-4820-4DB7-8448-AA7FA79033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71585121-8EA1-487E-AF4C-76E1C82B83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31A947-4611-47D3-AF84-08C1993DBA12}"/>
              </a:ext>
            </a:extLst>
          </p:cNvPr>
          <p:cNvSpPr>
            <a:spLocks noGrp="1"/>
          </p:cNvSpPr>
          <p:nvPr>
            <p:ph type="dt" sz="half" idx="10"/>
          </p:nvPr>
        </p:nvSpPr>
        <p:spPr/>
        <p:txBody>
          <a:bodyPr/>
          <a:lstStyle/>
          <a:p>
            <a:fld id="{BAC29A63-C64E-46DA-8F7B-C8F55C4991B9}" type="datetimeFigureOut">
              <a:rPr lang="en-CA" smtClean="0"/>
              <a:t>2022-09-26</a:t>
            </a:fld>
            <a:endParaRPr lang="en-CA"/>
          </a:p>
        </p:txBody>
      </p:sp>
      <p:sp>
        <p:nvSpPr>
          <p:cNvPr id="6" name="Footer Placeholder 5">
            <a:extLst>
              <a:ext uri="{FF2B5EF4-FFF2-40B4-BE49-F238E27FC236}">
                <a16:creationId xmlns:a16="http://schemas.microsoft.com/office/drawing/2014/main" id="{2B3C09FB-AA9F-42D6-A267-B799D3C4ABD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9496A38F-4E52-44FA-A8D6-570B94807B4F}"/>
              </a:ext>
            </a:extLst>
          </p:cNvPr>
          <p:cNvSpPr>
            <a:spLocks noGrp="1"/>
          </p:cNvSpPr>
          <p:nvPr>
            <p:ph type="sldNum" sz="quarter" idx="12"/>
          </p:nvPr>
        </p:nvSpPr>
        <p:spPr/>
        <p:txBody>
          <a:bodyPr/>
          <a:lstStyle/>
          <a:p>
            <a:fld id="{B95FBA34-A8FC-4735-BA9A-19279DEE066E}" type="slidenum">
              <a:rPr lang="en-CA" smtClean="0"/>
              <a:t>‹#›</a:t>
            </a:fld>
            <a:endParaRPr lang="en-CA"/>
          </a:p>
        </p:txBody>
      </p:sp>
    </p:spTree>
    <p:extLst>
      <p:ext uri="{BB962C8B-B14F-4D97-AF65-F5344CB8AC3E}">
        <p14:creationId xmlns:p14="http://schemas.microsoft.com/office/powerpoint/2010/main" val="3965268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965EA-66AA-426E-BE44-0A2C378E5D0A}"/>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585469CF-8357-4DF2-854A-CC70FDFC84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EB6D8CC-52AC-400E-A512-11852D718D94}"/>
              </a:ext>
            </a:extLst>
          </p:cNvPr>
          <p:cNvSpPr>
            <a:spLocks noGrp="1"/>
          </p:cNvSpPr>
          <p:nvPr>
            <p:ph type="dt" sz="half" idx="10"/>
          </p:nvPr>
        </p:nvSpPr>
        <p:spPr/>
        <p:txBody>
          <a:bodyPr/>
          <a:lstStyle/>
          <a:p>
            <a:fld id="{BAC29A63-C64E-46DA-8F7B-C8F55C4991B9}" type="datetimeFigureOut">
              <a:rPr lang="en-CA" smtClean="0"/>
              <a:t>2022-09-26</a:t>
            </a:fld>
            <a:endParaRPr lang="en-CA"/>
          </a:p>
        </p:txBody>
      </p:sp>
      <p:sp>
        <p:nvSpPr>
          <p:cNvPr id="5" name="Footer Placeholder 4">
            <a:extLst>
              <a:ext uri="{FF2B5EF4-FFF2-40B4-BE49-F238E27FC236}">
                <a16:creationId xmlns:a16="http://schemas.microsoft.com/office/drawing/2014/main" id="{7C3EA1BA-4FC6-453B-9D3C-8F7D7532D7C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0FB25311-191D-4C1E-BD04-DE02FA20EF09}"/>
              </a:ext>
            </a:extLst>
          </p:cNvPr>
          <p:cNvSpPr>
            <a:spLocks noGrp="1"/>
          </p:cNvSpPr>
          <p:nvPr>
            <p:ph type="sldNum" sz="quarter" idx="12"/>
          </p:nvPr>
        </p:nvSpPr>
        <p:spPr/>
        <p:txBody>
          <a:bodyPr/>
          <a:lstStyle/>
          <a:p>
            <a:fld id="{B95FBA34-A8FC-4735-BA9A-19279DEE066E}" type="slidenum">
              <a:rPr lang="en-CA" smtClean="0"/>
              <a:t>‹#›</a:t>
            </a:fld>
            <a:endParaRPr lang="en-CA"/>
          </a:p>
        </p:txBody>
      </p:sp>
    </p:spTree>
    <p:extLst>
      <p:ext uri="{BB962C8B-B14F-4D97-AF65-F5344CB8AC3E}">
        <p14:creationId xmlns:p14="http://schemas.microsoft.com/office/powerpoint/2010/main" val="46227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269A05-E5F0-435E-856F-584CC81362C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3A43F823-3637-45B5-90D0-04EFCD08F3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F00718E-1FDB-47AA-A83A-6B7FEE898594}"/>
              </a:ext>
            </a:extLst>
          </p:cNvPr>
          <p:cNvSpPr>
            <a:spLocks noGrp="1"/>
          </p:cNvSpPr>
          <p:nvPr>
            <p:ph type="dt" sz="half" idx="10"/>
          </p:nvPr>
        </p:nvSpPr>
        <p:spPr/>
        <p:txBody>
          <a:bodyPr/>
          <a:lstStyle/>
          <a:p>
            <a:fld id="{BAC29A63-C64E-46DA-8F7B-C8F55C4991B9}" type="datetimeFigureOut">
              <a:rPr lang="en-CA" smtClean="0"/>
              <a:t>2022-09-26</a:t>
            </a:fld>
            <a:endParaRPr lang="en-CA"/>
          </a:p>
        </p:txBody>
      </p:sp>
      <p:sp>
        <p:nvSpPr>
          <p:cNvPr id="5" name="Footer Placeholder 4">
            <a:extLst>
              <a:ext uri="{FF2B5EF4-FFF2-40B4-BE49-F238E27FC236}">
                <a16:creationId xmlns:a16="http://schemas.microsoft.com/office/drawing/2014/main" id="{B9B4F61E-B545-486C-9831-89BB2452BEE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FB4B611-B460-456D-A53C-05AF351B9190}"/>
              </a:ext>
            </a:extLst>
          </p:cNvPr>
          <p:cNvSpPr>
            <a:spLocks noGrp="1"/>
          </p:cNvSpPr>
          <p:nvPr>
            <p:ph type="sldNum" sz="quarter" idx="12"/>
          </p:nvPr>
        </p:nvSpPr>
        <p:spPr/>
        <p:txBody>
          <a:bodyPr/>
          <a:lstStyle/>
          <a:p>
            <a:fld id="{B95FBA34-A8FC-4735-BA9A-19279DEE066E}" type="slidenum">
              <a:rPr lang="en-CA" smtClean="0"/>
              <a:t>‹#›</a:t>
            </a:fld>
            <a:endParaRPr lang="en-CA"/>
          </a:p>
        </p:txBody>
      </p:sp>
    </p:spTree>
    <p:extLst>
      <p:ext uri="{BB962C8B-B14F-4D97-AF65-F5344CB8AC3E}">
        <p14:creationId xmlns:p14="http://schemas.microsoft.com/office/powerpoint/2010/main" val="2968527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39DA53-B1F1-4636-A084-E080C81DD3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8B2F040F-E7EC-4B3F-84C2-AEA6BA6868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B62F50E-F321-4B54-BA1A-A55A98016D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C29A63-C64E-46DA-8F7B-C8F55C4991B9}" type="datetimeFigureOut">
              <a:rPr lang="en-CA" smtClean="0"/>
              <a:t>2022-09-26</a:t>
            </a:fld>
            <a:endParaRPr lang="en-CA"/>
          </a:p>
        </p:txBody>
      </p:sp>
      <p:sp>
        <p:nvSpPr>
          <p:cNvPr id="5" name="Footer Placeholder 4">
            <a:extLst>
              <a:ext uri="{FF2B5EF4-FFF2-40B4-BE49-F238E27FC236}">
                <a16:creationId xmlns:a16="http://schemas.microsoft.com/office/drawing/2014/main" id="{2671279B-3B83-4F1B-B974-C235C55D39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0D9878C1-356D-48BE-B02E-07C0638DC6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5FBA34-A8FC-4735-BA9A-19279DEE066E}" type="slidenum">
              <a:rPr lang="en-CA" smtClean="0"/>
              <a:t>‹#›</a:t>
            </a:fld>
            <a:endParaRPr lang="en-CA"/>
          </a:p>
        </p:txBody>
      </p:sp>
    </p:spTree>
    <p:extLst>
      <p:ext uri="{BB962C8B-B14F-4D97-AF65-F5344CB8AC3E}">
        <p14:creationId xmlns:p14="http://schemas.microsoft.com/office/powerpoint/2010/main" val="32859757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9ECFE-2571-4E15-8B15-5F1249E929DA}"/>
              </a:ext>
            </a:extLst>
          </p:cNvPr>
          <p:cNvSpPr>
            <a:spLocks noGrp="1"/>
          </p:cNvSpPr>
          <p:nvPr>
            <p:ph type="ctrTitle"/>
          </p:nvPr>
        </p:nvSpPr>
        <p:spPr/>
        <p:txBody>
          <a:bodyPr/>
          <a:lstStyle/>
          <a:p>
            <a:r>
              <a:rPr lang="en-CA" dirty="0"/>
              <a:t>Class Problems </a:t>
            </a:r>
          </a:p>
        </p:txBody>
      </p:sp>
      <p:sp>
        <p:nvSpPr>
          <p:cNvPr id="3" name="Subtitle 2">
            <a:extLst>
              <a:ext uri="{FF2B5EF4-FFF2-40B4-BE49-F238E27FC236}">
                <a16:creationId xmlns:a16="http://schemas.microsoft.com/office/drawing/2014/main" id="{6313BBA7-3A69-41F8-8298-F1DF27BAFB0C}"/>
              </a:ext>
            </a:extLst>
          </p:cNvPr>
          <p:cNvSpPr>
            <a:spLocks noGrp="1"/>
          </p:cNvSpPr>
          <p:nvPr>
            <p:ph type="subTitle" idx="1"/>
          </p:nvPr>
        </p:nvSpPr>
        <p:spPr/>
        <p:txBody>
          <a:bodyPr/>
          <a:lstStyle/>
          <a:p>
            <a:r>
              <a:rPr lang="en-CA" dirty="0"/>
              <a:t>Module 4 – Climate Change Models</a:t>
            </a:r>
          </a:p>
        </p:txBody>
      </p:sp>
    </p:spTree>
    <p:extLst>
      <p:ext uri="{BB962C8B-B14F-4D97-AF65-F5344CB8AC3E}">
        <p14:creationId xmlns:p14="http://schemas.microsoft.com/office/powerpoint/2010/main" val="2777805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83E026-6C8B-44DC-A1D3-6E384EEEF7D9}"/>
              </a:ext>
            </a:extLst>
          </p:cNvPr>
          <p:cNvSpPr>
            <a:spLocks noGrp="1"/>
          </p:cNvSpPr>
          <p:nvPr>
            <p:ph idx="1"/>
          </p:nvPr>
        </p:nvSpPr>
        <p:spPr>
          <a:xfrm>
            <a:off x="247650" y="330200"/>
            <a:ext cx="11734799" cy="4351338"/>
          </a:xfrm>
        </p:spPr>
        <p:txBody>
          <a:bodyPr/>
          <a:lstStyle/>
          <a:p>
            <a:pPr marL="0" indent="0">
              <a:buNone/>
            </a:pPr>
            <a:r>
              <a:rPr lang="en-US" b="1" dirty="0">
                <a:effectLst/>
              </a:rPr>
              <a:t>Q1</a:t>
            </a:r>
            <a:r>
              <a:rPr lang="en-US" dirty="0">
                <a:effectLst/>
              </a:rPr>
              <a:t>. Use the model presented earth and atmosphere energy balance equations to model the effect of an ice age. Suppose the combination of increased ice on the surface of the Earth and decreased CO2 in the atmosphere changes the parameters in the model as follows: α</a:t>
            </a:r>
            <a:r>
              <a:rPr lang="en-US" baseline="-25000" dirty="0"/>
              <a:t>s</a:t>
            </a:r>
            <a:r>
              <a:rPr lang="en-US" dirty="0">
                <a:effectLst/>
              </a:rPr>
              <a:t> = 0.15, t’</a:t>
            </a:r>
            <a:r>
              <a:rPr lang="en-US" baseline="-25000" dirty="0">
                <a:effectLst/>
              </a:rPr>
              <a:t>a</a:t>
            </a:r>
            <a:r>
              <a:rPr lang="en-US" dirty="0">
                <a:effectLst/>
              </a:rPr>
              <a:t> = 0.12, α’</a:t>
            </a:r>
            <a:r>
              <a:rPr lang="en-US" baseline="-25000" dirty="0"/>
              <a:t>a</a:t>
            </a:r>
            <a:r>
              <a:rPr lang="en-US" dirty="0">
                <a:effectLst/>
              </a:rPr>
              <a:t> = 0.23. All other parameters are unchanged. What are the new values of T</a:t>
            </a:r>
            <a:r>
              <a:rPr lang="en-US" baseline="-25000" dirty="0"/>
              <a:t>a</a:t>
            </a:r>
            <a:r>
              <a:rPr lang="en-US" dirty="0">
                <a:effectLst/>
              </a:rPr>
              <a:t> and T</a:t>
            </a:r>
            <a:r>
              <a:rPr lang="en-US" baseline="-25000" dirty="0"/>
              <a:t>s</a:t>
            </a:r>
            <a:r>
              <a:rPr lang="en-US" dirty="0">
                <a:effectLst/>
              </a:rPr>
              <a:t>?</a:t>
            </a:r>
          </a:p>
          <a:p>
            <a:endParaRPr lang="en-CA" dirty="0"/>
          </a:p>
        </p:txBody>
      </p:sp>
    </p:spTree>
    <p:extLst>
      <p:ext uri="{BB962C8B-B14F-4D97-AF65-F5344CB8AC3E}">
        <p14:creationId xmlns:p14="http://schemas.microsoft.com/office/powerpoint/2010/main" val="364308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41C5FF-EB57-463E-B764-4FDF4A5D308E}"/>
              </a:ext>
            </a:extLst>
          </p:cNvPr>
          <p:cNvSpPr>
            <a:spLocks noGrp="1"/>
          </p:cNvSpPr>
          <p:nvPr>
            <p:ph idx="1"/>
          </p:nvPr>
        </p:nvSpPr>
        <p:spPr>
          <a:xfrm>
            <a:off x="208280" y="240665"/>
            <a:ext cx="11739880" cy="4351338"/>
          </a:xfrm>
        </p:spPr>
        <p:txBody>
          <a:bodyPr>
            <a:normAutofit/>
          </a:bodyPr>
          <a:lstStyle/>
          <a:p>
            <a:pPr marL="0" indent="0">
              <a:buNone/>
            </a:pPr>
            <a:r>
              <a:rPr lang="en-US" sz="1800" b="1" dirty="0">
                <a:effectLst/>
              </a:rPr>
              <a:t>Q2A. </a:t>
            </a:r>
            <a:r>
              <a:rPr lang="en-US" sz="1800" dirty="0">
                <a:effectLst/>
              </a:rPr>
              <a:t>Using a surface temperature value of 288 K, evaluate FBB(λ) at </a:t>
            </a:r>
            <a:r>
              <a:rPr lang="en-US" sz="1800" dirty="0" err="1">
                <a:effectLst/>
              </a:rPr>
              <a:t>λmax</a:t>
            </a:r>
            <a:r>
              <a:rPr lang="en-US" sz="1800" dirty="0">
                <a:effectLst/>
              </a:rPr>
              <a:t>, and also at λ = 5 </a:t>
            </a:r>
            <a:r>
              <a:rPr lang="en-US" sz="1800" dirty="0" err="1">
                <a:effectLst/>
              </a:rPr>
              <a:t>μm</a:t>
            </a:r>
            <a:r>
              <a:rPr lang="en-US" sz="1800" dirty="0">
                <a:effectLst/>
              </a:rPr>
              <a:t> (5 × 10–6 m) and 25 </a:t>
            </a:r>
            <a:r>
              <a:rPr lang="en-US" sz="1800" dirty="0" err="1">
                <a:effectLst/>
              </a:rPr>
              <a:t>μm</a:t>
            </a:r>
            <a:r>
              <a:rPr lang="en-US" sz="1800" dirty="0">
                <a:effectLst/>
              </a:rPr>
              <a:t>.</a:t>
            </a:r>
          </a:p>
          <a:p>
            <a:pPr marL="0" indent="0">
              <a:buNone/>
            </a:pPr>
            <a:r>
              <a:rPr lang="en-US" sz="1800" b="1" dirty="0">
                <a:effectLst/>
              </a:rPr>
              <a:t>Q2B. </a:t>
            </a:r>
            <a:r>
              <a:rPr lang="en-US" sz="1800" dirty="0">
                <a:effectLst/>
              </a:rPr>
              <a:t>Verify that the total flux across all wavelengths </a:t>
            </a:r>
            <a:r>
              <a:rPr lang="en-US" sz="1800" dirty="0"/>
              <a:t>for a black body at 288 K </a:t>
            </a:r>
            <a:r>
              <a:rPr lang="en-US" sz="1800" dirty="0">
                <a:effectLst/>
              </a:rPr>
              <a:t>sums approximately to the black-body radiation value given by Eq. (4-1): </a:t>
            </a:r>
          </a:p>
          <a:p>
            <a:endParaRPr lang="en-US" sz="1800" dirty="0">
              <a:effectLst/>
            </a:endParaRPr>
          </a:p>
          <a:p>
            <a:pPr marL="0" indent="0">
              <a:buNone/>
            </a:pPr>
            <a:r>
              <a:rPr lang="en-US" sz="1800" dirty="0">
                <a:effectLst/>
              </a:rPr>
              <a:t>Show this by summing values for all wavelengths by increment of 1 </a:t>
            </a:r>
            <a:r>
              <a:rPr lang="en-US" sz="1800" dirty="0" err="1">
                <a:effectLst/>
              </a:rPr>
              <a:t>μm</a:t>
            </a:r>
            <a:r>
              <a:rPr lang="en-US" sz="1800" dirty="0">
                <a:effectLst/>
              </a:rPr>
              <a:t> up to an appropriate value of wavelength such that flux is negligible.</a:t>
            </a:r>
          </a:p>
          <a:p>
            <a:endParaRPr lang="en-CA" sz="1800" dirty="0"/>
          </a:p>
        </p:txBody>
      </p:sp>
      <p:pic>
        <p:nvPicPr>
          <p:cNvPr id="5" name="Picture 4">
            <a:extLst>
              <a:ext uri="{FF2B5EF4-FFF2-40B4-BE49-F238E27FC236}">
                <a16:creationId xmlns:a16="http://schemas.microsoft.com/office/drawing/2014/main" id="{31770564-97F6-43F1-A5A2-44089F58132D}"/>
              </a:ext>
            </a:extLst>
          </p:cNvPr>
          <p:cNvPicPr>
            <a:picLocks noChangeAspect="1"/>
          </p:cNvPicPr>
          <p:nvPr/>
        </p:nvPicPr>
        <p:blipFill rotWithShape="1">
          <a:blip r:embed="rId2"/>
          <a:srcRect t="31343" b="24146"/>
          <a:stretch/>
        </p:blipFill>
        <p:spPr>
          <a:xfrm>
            <a:off x="4027011" y="1127760"/>
            <a:ext cx="4137978" cy="396240"/>
          </a:xfrm>
          <a:prstGeom prst="rect">
            <a:avLst/>
          </a:prstGeom>
        </p:spPr>
      </p:pic>
    </p:spTree>
    <p:extLst>
      <p:ext uri="{BB962C8B-B14F-4D97-AF65-F5344CB8AC3E}">
        <p14:creationId xmlns:p14="http://schemas.microsoft.com/office/powerpoint/2010/main" val="3547131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DE6AE0-C0C8-4A4C-BC7C-7C9DF4760672}"/>
              </a:ext>
            </a:extLst>
          </p:cNvPr>
          <p:cNvSpPr>
            <a:spLocks noGrp="1"/>
          </p:cNvSpPr>
          <p:nvPr>
            <p:ph idx="1"/>
          </p:nvPr>
        </p:nvSpPr>
        <p:spPr>
          <a:xfrm>
            <a:off x="228599" y="263525"/>
            <a:ext cx="11801475" cy="4351338"/>
          </a:xfrm>
        </p:spPr>
        <p:txBody>
          <a:bodyPr>
            <a:normAutofit/>
          </a:bodyPr>
          <a:lstStyle/>
          <a:p>
            <a:pPr marL="0" indent="0">
              <a:buNone/>
            </a:pPr>
            <a:r>
              <a:rPr lang="en-CA" sz="2400" b="1" dirty="0"/>
              <a:t>Q3. </a:t>
            </a:r>
            <a:r>
              <a:rPr lang="en-US" sz="2400" dirty="0">
                <a:effectLst/>
              </a:rPr>
              <a:t>The planets Mars and Venus have albedo values of 0.15 and 0.75, and observed surface temperatures of approximately 220 K and approximately 700 K, respectively. The average distance of Mars from the sun is 2.28 × 10</a:t>
            </a:r>
            <a:r>
              <a:rPr lang="en-US" sz="2400" baseline="30000" dirty="0">
                <a:effectLst/>
              </a:rPr>
              <a:t>8</a:t>
            </a:r>
            <a:r>
              <a:rPr lang="en-US" sz="2400" dirty="0">
                <a:effectLst/>
              </a:rPr>
              <a:t> km, and the average distance of Venus is 1.08 × 10</a:t>
            </a:r>
            <a:r>
              <a:rPr lang="en-US" sz="2400" baseline="30000" dirty="0">
                <a:effectLst/>
              </a:rPr>
              <a:t>8</a:t>
            </a:r>
            <a:r>
              <a:rPr lang="en-US" sz="2400" dirty="0">
                <a:effectLst/>
              </a:rPr>
              <a:t> km. What is the extent of the greenhouse effect for these two planets, measured in degrees kelvin?</a:t>
            </a:r>
          </a:p>
          <a:p>
            <a:endParaRPr lang="en-CA" sz="2400" dirty="0"/>
          </a:p>
        </p:txBody>
      </p:sp>
    </p:spTree>
    <p:extLst>
      <p:ext uri="{BB962C8B-B14F-4D97-AF65-F5344CB8AC3E}">
        <p14:creationId xmlns:p14="http://schemas.microsoft.com/office/powerpoint/2010/main" val="2098427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F90D99BD-AD21-4CB2-A143-5380822A03AB}"/>
              </a:ext>
            </a:extLst>
          </p:cNvPr>
          <p:cNvSpPr>
            <a:spLocks noGrp="1"/>
          </p:cNvSpPr>
          <p:nvPr>
            <p:ph idx="1"/>
          </p:nvPr>
        </p:nvSpPr>
        <p:spPr>
          <a:xfrm>
            <a:off x="247650" y="330200"/>
            <a:ext cx="11734799" cy="4351338"/>
          </a:xfrm>
        </p:spPr>
        <p:txBody>
          <a:bodyPr/>
          <a:lstStyle/>
          <a:p>
            <a:pPr marL="0" indent="0">
              <a:buNone/>
            </a:pPr>
            <a:r>
              <a:rPr lang="en-US" b="1" dirty="0">
                <a:effectLst/>
              </a:rPr>
              <a:t>Q4</a:t>
            </a:r>
            <a:r>
              <a:rPr lang="en-US" dirty="0">
                <a:effectLst/>
              </a:rPr>
              <a:t>. Determine T</a:t>
            </a:r>
            <a:r>
              <a:rPr lang="en-US" baseline="-25000" dirty="0"/>
              <a:t>a</a:t>
            </a:r>
            <a:r>
              <a:rPr lang="en-US" dirty="0">
                <a:effectLst/>
              </a:rPr>
              <a:t> and T</a:t>
            </a:r>
            <a:r>
              <a:rPr lang="en-US" baseline="-25000" dirty="0"/>
              <a:t>s </a:t>
            </a:r>
            <a:r>
              <a:rPr lang="en-US" dirty="0">
                <a:effectLst/>
              </a:rPr>
              <a:t> </a:t>
            </a:r>
            <a:r>
              <a:rPr lang="en-US" dirty="0"/>
              <a:t>due to the change </a:t>
            </a:r>
            <a:r>
              <a:rPr lang="en-US" i="1" dirty="0"/>
              <a:t>t’</a:t>
            </a:r>
            <a:r>
              <a:rPr lang="en-US" i="1" baseline="-25000" dirty="0"/>
              <a:t>a</a:t>
            </a:r>
            <a:r>
              <a:rPr lang="en-US" dirty="0"/>
              <a:t> from 0.06 to 0.02. All other parameters remain the same the base case scenario. Also determine all energy streams in the 1-D climate change model.</a:t>
            </a:r>
            <a:endParaRPr lang="en-US" dirty="0">
              <a:effectLst/>
            </a:endParaRPr>
          </a:p>
          <a:p>
            <a:endParaRPr lang="en-CA" dirty="0"/>
          </a:p>
        </p:txBody>
      </p:sp>
    </p:spTree>
    <p:extLst>
      <p:ext uri="{BB962C8B-B14F-4D97-AF65-F5344CB8AC3E}">
        <p14:creationId xmlns:p14="http://schemas.microsoft.com/office/powerpoint/2010/main" val="4817240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450</TotalTime>
  <Words>290</Words>
  <Application>Microsoft Office PowerPoint</Application>
  <PresentationFormat>Widescreen</PresentationFormat>
  <Paragraphs>9</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Class Problems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Problems </dc:title>
  <dc:creator>Amin Ghobeity</dc:creator>
  <cp:lastModifiedBy>Amin Ghobeity</cp:lastModifiedBy>
  <cp:revision>7</cp:revision>
  <dcterms:created xsi:type="dcterms:W3CDTF">2021-05-19T21:13:05Z</dcterms:created>
  <dcterms:modified xsi:type="dcterms:W3CDTF">2022-09-26T17:40:18Z</dcterms:modified>
</cp:coreProperties>
</file>